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83,3%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75,0%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1.798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testes automatizados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diária acaba; exigiu um modo de degradação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API paga por token; descartado como motor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vamos mostrar agora,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20025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0" y="202082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turma ordenada por score. Abrir o aluno do topo e mostrar as regras que produziram o número e a ação sugerida.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546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30998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1810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Simular frequência 34% com média 8,6. Risco alto pelo fuzzy, sem risco pelo critério de nota.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51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419709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421538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Resposta com a data e a fonte citada, conferível contra o cronograma real.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492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529437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80560" y="5312664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permaneia.vercel.app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2026-08-16T18:48:23Z</dcterms:created>
  <dcterms:modified xsi:type="dcterms:W3CDTF">2026-08-16T18:48:23Z</dcterms:modified>
</cp:coreProperties>
</file>