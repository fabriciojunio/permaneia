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três, e os piores: os que pareciam funcionar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Enumeração com um item só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78% → 91%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é o conteúdo das aulas?" devolvia a primeira aula do semestre, citada e correta. Similaridade alta, fonte apontada, metade da resposta faltando, e nada sinalizando isso.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régua medindo errado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0/8 → 6/8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bateria de avaliação aplicava o limiar do modo local (0,15) também ao modo generativo, cujo limiar é 0,65. A métrica media o que a ferramenta fazia, não o que o sistema fazia.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Pergunta curta, recusa errada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89% → 100%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 é a Prova P1?" respondia; "quando vai ser a prova" recusava, com a mesma similaridade. O registro de consultas mostrou o par. A busca ganhou um segundo braço, por casamento de termos.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Os dois primeiros a medição revelou. O terceiro só o uso revelou, e quem o encontrou foi o registro de perguntas.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37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8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21/21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casos da bateria adversarial de barreiras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da linha flash acaba; versões são aposentadas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API gratuita e sem endpoint de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Ao vivo, em permaneia.vercel.app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Entrar como coordenação. A turma ordenada por score, abrir o aluno do topo e mostrar as regras que produziram o número.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27614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 34% com média 8,6. Risco alto pelo fuzzy, sem risco pelo critério de nota.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033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758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Trocar para a conta de aluno: os dois papéis não se sobrepõem. "Quando é a Prova P1?" devolve a data com a fonte citada.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enumerando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480560" y="45902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"Quais são os temas de todas as aulas?" devolve o semestre inteiro, e não a aula que ficou em primeiro na busca.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5321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80560" y="55046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2026-08-22T16:24:03Z</dcterms:created>
  <dcterms:modified xsi:type="dcterms:W3CDTF">2026-08-22T16:24:03Z</dcterms:modified>
</cp:coreProperties>
</file>