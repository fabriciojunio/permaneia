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de estudo e alerta de risco de evasão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 e lógica fuzzy contra a evasão no ensino superior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Kauã Limão Nunes · Luan Padilha Miranda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Projeto Prático de IA Generativa · Prof. Patrick Pedreira Silva · 19 de novembro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da metade não termina o que começou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evasão no ensino superior brasileiro não é um risco distante: é o desfecho mais provável para boa parte de quem entra. E o abandono não começa quando a nota cai. Começa quando o aluno para de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73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57,2%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evasão no ensino superior brasileiro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~61%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6616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 rede privada, 64% no ensino a distância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01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em 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5508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jovens conclui a graduação que iniciou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0684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semanas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antecedência entre sumir e a nota cair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Fontes: Mapa do Ensino Superior 2024 e 2026, Instituto Semesp; OCDE, Education at a Glance 2025.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O SISTEMA FAZ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Duas frentes, duas técnicas de 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pergunta e o sistema busca a resposta nos documentos oficiais da disciplina antes de acionar o modelo.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cita a fonte. Quando a informação não está no material, o sistema diz que não sabe em vez de inventar uma data de prova.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Frequência, desempenho e engajamento entram num sistema Mamdani de 27 regras e saem como um score contínuo de risco.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coordenação recebe a turma ordenada de quem precisa de contato primeiro, com a explicação de cada score.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QUE JUSTIFICA 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que o critério da secretaria não enxerga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1280160"/>
                <a:gridCol w="1371600"/>
                <a:gridCol w="201168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Perfil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Frequência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Média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Acessos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Score fuzzy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Critério por nota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Abandono já em curso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0,901  crítico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Notas boas, desengajando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2703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0,675  alto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0473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Trajetória saudável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96%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0,108  baixo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976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linha do meio é o projeto inteiro. Um critério baseado na média de notas classifica esse aluno como tranquilo. O sistema fuzzy o coloca em risco alto, e a regra 8 explica por quê: bom desempenho não anula a ausência sistemática das aulas, o histórico apenas atrasa o efeito na média.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 quatro etapas do método de Mamdani, escritas do zero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Fuzzificação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00253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valor nítido vira grau de pertinência em cada termo. Frequência de 34% pertence a "baixa" com grau 1,0.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0815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Inferência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309981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regra dispara com força igual ao mínimo dos seus antecedentes, que é a norma T de Mamdani.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1788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Agregação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419709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consequente de cada regra é recortado pela força dela, e a união sai pelo máximo.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760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Defuzzificação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0" y="529437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centroide da área agregada vira o score de 0 a 1. Leva em conta a área inteira, que é o que produz a gradação.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Base fatorial completa: 3 x 3 x 3 = 27 regras. Nenhuma entrada cai num vazio da base.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barreiras contra alucinação, e por que precisam ser três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Uma instrução de prompt é um pedido, não uma garantia. O modelo pode desobedecer. As barreiras que valem são as que rodam antes e depois dele.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Limiar de similaridade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Contexto irrelevante nunca chega ao modelo. A decisão de admitir ignorância mora no código.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DURANTE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Instrução de sistema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 a citar a origem e a admitir quando a resposta não está no contexto.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DEPOIS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7532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Verificação de citação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 a resposta pronta, confere se ela realmente aponta um dos documentos fornecidos.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sistema também funciona sem chave de API: nesse modo ele transcreve o documento em vez de redigir, o que é ainda mais estrito quanto a não inventar.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defeitos que só a medição revelou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Trigramas afogando o sinal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Indexar trigramas de caracteres multiplicava por cinco as unidades. Em 768 dimensões, a colisão dominou: perguntas fora do material pontuavam MAIS que as respondíveis.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Interrogativos sem IDF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arruinada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"Quando", "qual", "como" casavam com qualquer trecho. Uma pergunta sem resposta no material marcava 0,210; virou 0,069 ao tratá-los como palavras vazias.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Recorte abaixo da unidade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44% → 89%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escolhia FRASES. "24 de setembro" e "Prova P1" são frases separadas: o sistema devolvia a confirmação da prova, sem a data.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Nenhum destes seria visível testando à mão com meia dúzia de perguntas. Todos pareciam código correto.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dois, e os piores: os que pareciam funcionar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Enumeração com um item só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63347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78% → 91%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03520" y="2212848"/>
            <a:ext cx="6035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é o conteúdo das aulas?" devolvia a primeira aula do semestre, citada e correta. Similaridade alta, fonte apontada, metade da resposta faltando, e nada sinalizando isso.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023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régua medindo errado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46227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0/8 → 6/8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303520" y="4041648"/>
            <a:ext cx="6035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bateria de avaliação aplicava o limiar do modo local (0,15) também ao modo generativo, cujo limiar é 0,65. A métrica media o que a ferramenta fazia, não o que o sistema fazia.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Uma métrica que ninguém audita mede o que a ferramenta faz, e não o que o sistema faz.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medimos, e o que não conseguimos resolver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91,3%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perguntas respondíveis foram respondidas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75,0%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perguntas fora do material foram recusadas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5508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inversões de faixa em 26.460 comparações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21/21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casos da bateria adversarial de barreiras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risco que não conseguimos eliminar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maior risco deste sistema não é inventar uma data. É repetir com confiança a data certa de uma ementa do semestre passado. O RAG resolve alucinação, não desatualização.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mitigação é parcial: todo documento carrega uma referência de data que aparece em toda citação. Uma solução real exigiria integração com o sistema acadêmico.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FERRAMENTAS DE IA GENERATIVA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cada uma resolveu, e onde falhou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Ferramenta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 no projeto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Limitação observada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ChatGPT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Brainstorm de modelagem e critérios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Sugere estruturas plausíveis, mas genéricas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Claude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Documentação técnica e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Escreve mais do que o necessário se não for contido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Gemini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Motor embarcado: texto 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Cota da linha flash acaba; versões são aposentadas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Grok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Teste comparativo de respostas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API gratuita e sem endpoint de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Cursor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Desenvolvimento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Erra em silêncio no que parece certo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Dify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Protótipo do RAG antes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Não permite controlar o limiar de relevância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limitação do Dify foi o que nos levou ao código próprio: o limiar é o parâmetro que decide entre responder e admitir ignorância, e é o mais importante do sistema para o nosso objetivo.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ÉTICA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Sobre o uso de IA neste trabalho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Feito com apoio de 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Boa parte do código: rotas, validações, interface e testes de tabela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Estruturação da documentação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Revisão de ortografia e clareza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Decisão do grupo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arquitetura e os ADRs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calibração dos conjuntos e das 27 regras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Escrever o motor Mamdani do zero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Não mostrar o score ao aluno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O conjunto de avaliação e a leitura dos resultados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Todo número deste trabalho sai de um script executável do repositório. Nenhum foi estimado. Onde não medimos, dissemos que não medimos.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Ao vivo, em permaneia.vercel.app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Painel de risco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480560" y="18470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Entrar como coordenação. A turma ordenada por score, abrir o aluno do topo e mostrar as regras que produziram o número.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central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80560" y="27614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 34% com média 8,6. Risco alto pelo fuzzy, sem risco pelo critério de nota.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7033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57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respondendo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80560" y="36758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Trocar para a conta de aluno: os dois papéis não se sobrepõem. "Quando é a Prova P1?" devolve a data com a fonte citada.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enumerando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480560" y="45902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"Quais são os temas de todas as aulas?" devolve o semestre inteiro, e não a aula que ficou em primeiro na busca.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3949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5321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54864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recusando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80560" y="55046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o valor da mensalidade?" O sistema admite que não sabe.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 não deixa a IA mais inteligente.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Deixa ela mais honesta.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 a lógica fuzzy não prevê o futuro. Ela só recusa a fingir que o risco é uma coisa ou outra.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Obrigado. Perguntas?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Kauã Limão Nunes · Luan Padilha Miranda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github.com/fabriciojunio/permaneia · permaneia.vercel.app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Unisagrado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PermaneIA</dc:title>
  <dc:subject>Projeto Prático de IA Generativa</dc:subject>
  <dc:creator>Grupo PermaneIA</dc:creator>
  <cp:lastModifiedBy>Grupo PermaneIA</cp:lastModifiedBy>
  <cp:revision>1</cp:revision>
  <dcterms:created xsi:type="dcterms:W3CDTF">2026-08-17T03:15:51Z</dcterms:created>
  <dcterms:modified xsi:type="dcterms:W3CDTF">2026-08-17T03:15:51Z</dcterms:modified>
</cp:coreProperties>
</file>