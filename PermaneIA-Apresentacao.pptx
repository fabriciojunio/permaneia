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2A0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10312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de estudo e alerta de risco de evasão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3749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IA generativa com RAG e lógica fuzzy contra a evasão no ensino superior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Camila Pereira Raimundo · Fabrício Júnio Almeida Dias · Kauã Limão Nunes · Luan Padilha Miranda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Projeto Prático de IA Generativa · Prof. Patrick Pedreira Silva · 19 de novembro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PONTO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Mais da metade não termina o que começou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evasão no ensino superior brasileiro não é um risco distante: é o desfecho mais provável para boa parte de quem entra. E o abandono não começa quando a nota cai. Começa quando o aluno para de aparecer.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0473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57,2%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7724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 evasão no ensino superior brasileiro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~61%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56616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 rede privada, 64% no ensino a distância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01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 em 4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35508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jovens conclui a graduação que iniciou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0684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0684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semanas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14400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 antecedência entre sumir e a nota cair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5257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Fontes: Mapa do Ensino Superior 2024 e 2026, Instituto Semesp; OCDE, Education at a Glance 2025.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O SISTEMA FAZ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Duas frentes, duas técnicas de 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03520" cy="3017520"/>
          </a:xfrm>
          <a:prstGeom prst="roundRect">
            <a:avLst>
              <a:gd name="adj" fmla="val 2424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57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TÉCNICA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IA generativa com RAG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aluno pergunta e o sistema busca a resposta nos documentos oficiais da disciplina antes de acionar o modelo.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resposta cita a fonte. Quando a informação não está no material, o sistema diz que não sabe em vez de inventar uma data de prova.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303520" cy="3017520"/>
          </a:xfrm>
          <a:prstGeom prst="roundRect">
            <a:avLst>
              <a:gd name="adj" fmla="val 2424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2057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TÉCNICA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37960" y="2377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Lógica fuzzy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537960" y="283464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Frequência, desempenho e engajamento entram num sistema Mamdani de 27 regras e saem como um score contínuo de risco.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coordenação recebe a turma ordenada de quem precisa de contato primeiro, com a explicação de cada score.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CASO QUE JUSTIFICA O PROJETO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aluno que o critério da secretaria não enxerga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8813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554480"/>
                <a:gridCol w="1280160"/>
                <a:gridCol w="1371600"/>
                <a:gridCol w="2011680"/>
                <a:gridCol w="16459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Perfil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Frequência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Média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Acessos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Score fuzzy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Critério por nota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Abandono já em curso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18%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2,1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0,901  crítico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em risco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Notas boas, desengajando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34%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8,6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2703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0,675  alto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D0473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SEM RISCO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Trajetória saudável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96%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9,1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34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0,108  baixo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sem risco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29768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linha do meio é o projeto inteiro. Um critério baseado na média de notas classifica esse aluno como tranquilo. O sistema fuzzy o coloca em risco alto, e a regra 8 explica por quê: bom desempenho não anula a ausência sistemática das aulas, o histórico apenas atrasa o efeito na média.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LÓGICA FUZZY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 quatro etapas do método de Mamdani, escritas do zero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8424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1. Fuzzificação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0" y="200253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valor nítido vira grau de pertinência em cada termo. Frequência de 34% pertence a "baixa" com grau 1,0.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0815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2. Inferência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0" y="309981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Cada regra dispara com força igual ao mínimo dos seus antecedentes, que é a norma T de Mamdani.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17880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3. Agregação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0" y="419709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consequente de cada regra é recortado pela força dela, e a união sai pelo máximo.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2760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4. Defuzzificação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57600" y="529437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centroide da área agregada vira o score de 0 a 1. Leva em conta a área inteira, que é o que produz a gradação.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Base fatorial completa: 3 x 3 x 3 = 27 regras. Nenhuma entrada cai num vazio da base.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Três barreiras contra alucinação, e por que precisam ser três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Uma instrução de prompt é um pedido, não uma garantia. O modelo pode desobedecer. As barreiras que valem são as que rodam antes e depois dele.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200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ANTES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Limiar de similaridade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41148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Contexto irrelevante nunca chega ao modelo. A decisão de admitir ignorância mora no código.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30175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3200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DURANTE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0" y="349300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Instrução de sistema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0" y="41148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Obriga a citar a origem e a admitir quando a resposta não está no contexto.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46720" y="30175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3200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DEPOIS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75320" y="349300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Verificação de citação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75320" y="41148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 a resposta pronta, confere se ela realmente aponta um dos documentos fornecidos.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sistema também funciona sem chave de API: nesse modo ele transcreve o documento em vez de redigir, o que é ainda mais estrito quanto a não inventar.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VISÃO CRÍTICA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Três defeitos que só a medição revelou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Trigramas afogando o sinal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35915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0%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0" y="1993392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Indexar trigramas de caracteres multiplicava por cinco as unidades. Em 768 dimensões, a colisão dominou: perguntas fora do material pontuavam MAIS que as respondíveis.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310128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44728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Interrogativos sem IDF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8404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Recusa arruinada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0" y="347472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"Quando", "qual", "como" casavam com qualquer trecho. Uma pergunta sem resposta no material marcava 0,210; virou 0,069 ao tratá-los como palavras vazias.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791456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92861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Recorte abaixo da unidade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53218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44% → 89%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03520" y="4956048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resposta escolhia FRASES. "24 de setembro" e "Prova P1" são frases separadas: o sistema devolvia a confirmação da prova, sem a data.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Nenhum destes seria visível testando à mão com meia dúzia de perguntas. Todos pareciam código correto.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VISÃO CRÍTICA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medimos, e o que não conseguimos resolver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83,3%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das perguntas respondíveis foram respondidas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75,0%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das perguntas fora do material foram recusadas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5508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inversões de faixa em 26.460 comparações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0684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21/21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14400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casos da bateria adversarial de barreiras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840480"/>
            <a:ext cx="10881360" cy="1920240"/>
          </a:xfrm>
          <a:prstGeom prst="roundRect">
            <a:avLst>
              <a:gd name="adj" fmla="val 3810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0233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risco que não conseguimos eliminar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443484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maior risco deste sistema não é inventar uma data. É repetir com confiança a data certa de uma ementa do semestre passado. O RAG resolve alucinação, não desatualização.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mitigação é parcial: todo documento carrega uma referência de data que aparece em toda citação. Uma solução real exigiria integração com o sistema acadêmico.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FERRAMENTAS DE IA GENERATIVA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cada uma resolveu, e onde falhou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881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46634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Ferramenta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Uso no projeto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Limitação observada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ChatGPT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Brainstorm de modelagem e critérios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Sugere estruturas plausíveis, mas genéricas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Claude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Documentação técnica e código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Escreve mais do que o necessário se não for contido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Gemini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Motor embarcado: texto e embeddings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Cota da linha flash acaba; versões são aposentadas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Grok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Teste comparativo de respostas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Sem API gratuita e sem endpoint de embeddings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Cursor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Desenvolvimento do código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Erra em silêncio no que parece certo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Dify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Protótipo do RAG antes do código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Não permite controlar o limiar de relevância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3492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limitação do Dify foi o que nos levou ao código próprio: o limiar é o parâmetro que decide entre responder e admitir ignorância, e é o mais importante do sistema para o nosso objetivo.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ÉTICA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Sobre o uso de IA neste trabalho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574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Feito com apoio de IA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Boa parte do código: rotas, validações, interface e testes de tabela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Estruturação da documentação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Revisão de ortografia e clareza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0574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Decisão do grupo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560320"/>
            <a:ext cx="47548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A arquitetura e os ADRs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A calibração dos conjuntos e das 27 regras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Escrever o motor Mamdani do zero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Não mostrar o score ao aluno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O conjunto de avaliação e a leitura dos resultados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Todo número deste trabalho sai de um script executável do repositório. Nenhum foi estimado. Onde não medimos, dissemos que não medimos.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DEMONSTRAÇÃO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vamos mostrar agora, ao vivo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574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554480" y="200253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Painel de risco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480560" y="2020824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turma ordenada por score. Abrir o aluno do topo e mostrar as regras que produziram o número e a ação sugerida.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9718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546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554480" y="309981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caso central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80560" y="3118104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Simular frequência 34% com média 8,6. Risco alto pelo fuzzy, sem risco pelo critério de nota.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251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554480" y="419709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respondendo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80560" y="4215384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"Quando é a Prova P1?" Resposta com a data e a fonte citada, conferível contra o cronograma real.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34924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554480" y="529437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recusando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80560" y="5312664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"Qual o valor da mensalidade?" O sistema admite que não sabe.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permaneia.vercel.app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2A0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RAG não deixa a IA mais inteligente.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Deixa ela mais honesta.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 a lógica fuzzy não prevê o futuro. Ela só recusa a fingir que o risco é uma coisa ou outra.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Obrigado. Perguntas?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Camila Pereira Raimundo · Fabrício Júnio Almeida Dias · Kauã Limão Nunes · Luan Padilha Miranda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github.com/fabriciojunio/permaneia · permaneia.vercel.app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Unisagrado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PermaneIA</dc:title>
  <dc:subject>Projeto Prático de IA Generativa</dc:subject>
  <dc:creator>Grupo PermaneIA</dc:creator>
  <cp:lastModifiedBy>Grupo PermaneIA</cp:lastModifiedBy>
  <cp:revision>1</cp:revision>
  <dcterms:created xsi:type="dcterms:W3CDTF">2026-08-16T19:41:22Z</dcterms:created>
  <dcterms:modified xsi:type="dcterms:W3CDTF">2026-08-16T19:41:22Z</dcterms:modified>
</cp:coreProperties>
</file>